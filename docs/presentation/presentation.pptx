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UK: [Дарина Саваріна] Доброго дня! Ми представляємо ML Underground — платформу, що знаходить рідкісні, але ефективні практики донавчання LoRA. Я почну з ідеї, далі Андрій — про дані, Дмитро — про ML і пошук, Максим — про розгортання.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UK: [Дарина Саваріна] Тренуючи LoRA, ти спираєшся на туторіали і власний досвід — і ніяк не перевіриш, що з цього справді працює. Багато «загальновідомих» налаштувань — це cargo cult. Наша ідея: зібрати реальні конфіги з GitHub, звірити з метриками успіху моделей на HuggingFace, і виокремити рідкісні практики, що корелюють з успіхом. Натхнення — стаття Kahana про приховані самоцвіти в репозиторіях моделей.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UK: [Дарина Саваріна] Ядро продукту — чотири квадранти. Кожне значення гіперпараметра розкладаємо за двома осями: поширеність і успіх. Найцінніший — rare-but-works, прихований самоцвіт. Протилежний — cargo cult: популярне, а не працює. Я проєктувала user flow і дашборд навколо цих квадрантів: користувач бачить інсайт, докази у вигляді реальних моделей, і може шукати практики природною мовою.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UK: [Андрій Козін] Дані йдуть з двох джерел: прицільний пошук репозиторіїв на GitHub за топіками lora, qlora, peft із збагаченням через API, і модельки з HuggingFace разом з картками та сигналами успіху — завантаження, лайки, fan-out. Оркеструє все Airflow трьома DAG-ами. Сирі дані лягають у MySQL bronze, далі через dbt будується медальйон у DuckDB — silver і gold. Паралельно тексти заембеджуються в Qdrant. На виході все живить застосунок.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UK: [Андрій Козін] Гіперпараметри витягуємо шарами за пріоритетом — від точного AST-парсингу до regex, а для нестандартних репо вмикається LLM-fallback на Claude Haiku. Окремий хід — Variant D: параметри беремо прямо з карток HuggingFace, тож не залежимо від крихкого зв'язування GitHub з HF. У числах: майже сім тисяч репо, чотирнадцять тисяч моделей, сім тисяч з розпарсеними параметрами.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UK: [Дмитро Авдєєнко] Щоб квадранти мали сенс, потрібен чесний показник успіху. Композитний score — зважена суміш перцентилів: 0.55 завантаження, 0.35 лайки, 0.10 fan-out. Fan-out малий навмисно — для адаптерів він структурно майже нульовий. Надійність: стратифікуємо по base_model, щоб не плутати ефективність із популярністю бази; бакети менш ніж з трьох моделей позначаємо як шум. На скріні — дашборд: картки квадрантів зі score, lift і кількістю моделей.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UK: [Дмитро Авдєєнко] Поверх корпусу — два режими. Пошук: README і картки заембеджені в Qdrant, запит природною мовою повертає найближчі репо і моделі. Ask — це RAG: знаходимо релевантні джерела, тоді Claude відповідає, заземлений саме в них, плюс факти зі сховища — витягнуті рецепти і статистика rare-but-works. Є захист від ін'єкцій, і модель чесно каже, коли інформації бракує.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UK: [Максим Мигаль] Розгортання — повністю на AWS, описане в Terraform. EC2 тримає Airflow, Qdrant, застосунок і моніторинг; RDS MySQL — bronze-шар; S3 — логи, артефакти і снапшоти; усі секрети в Secrets Manager. Сервіс ходить у GitHub, HuggingFace і Anthropic, тож для приватних підмереж є NAT. Великий плюс DuckDB: warehouse — просто файл на диску, без окремого хмарного сховища.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UK: [Максим Мигаль] Дані переносимо так: MySQL через mysqldump у RDS, Qdrant — снапшотами колекцій, це понад чотирнадцять тисяч векторів. DuckDB копіювати не треба — він похідний, регенерується. Дані вже на S3. В ECR — образи Airflow, exporter і застосунку. Критерій готовності: terraform apply без ручних кроків і всі три DAG-и зелені. Повний деплой завершуємо окремим pull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UK: [Дмитро Авдєєнко] А тепер покажемо наживо: інсайти і квадранти, семантичний пошук по корпусу і Ask, де відповідь будується на знайдених джерелах і фактах сховища. (Якщо демо не відкриється — далі є скріни.)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UK: [Дмитро Авдєєнко] Запасний варіант: головний екран — KPI корпусу і картки практик за квадрантами.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UK: [Дмитро Авдєєнко] Семантичний пошук: запит природною мовою і найближчі репозиторії та моделі зі схожістю.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UK: [Дмитро Авдєєнко] Ask: відповідь, заземлена у фактах warehouse, з цитованими джерелами знизу.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UK: Дякуємо за увагу! Готові відповісти на запитання.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Underground — пошук рідкісних, але дієвих практик донавчання LoRA</dc:title>
  <dc:subject>PptxGenJS Presentation</dc:subject>
  <dc:creator>Created by Marp</dc:creator>
  <cp:lastModifiedBy>Created by Marp</cp:lastModifiedBy>
  <cp:revision>1</cp:revision>
  <dcterms:created xsi:type="dcterms:W3CDTF">2026-06-19T15:15:12Z</dcterms:created>
  <dcterms:modified xsi:type="dcterms:W3CDTF">2026-06-19T15:15:12Z</dcterms:modified>
</cp:coreProperties>
</file>